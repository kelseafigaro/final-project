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9" r:id="rId10"/>
    <p:sldId id="265" r:id="rId11"/>
    <p:sldId id="257" r:id="rId12"/>
    <p:sldId id="266" r:id="rId13"/>
    <p:sldId id="267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3" d="100"/>
          <a:sy n="93" d="100"/>
        </p:scale>
        <p:origin x="7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sea Figaro" userId="400ab3ca6b6b1c4f" providerId="LiveId" clId="{B3AEEA10-CAF0-4FAA-9C50-539D5AF41901}"/>
    <pc:docChg chg="undo custSel addSld delSld modSld">
      <pc:chgData name="Kelsea Figaro" userId="400ab3ca6b6b1c4f" providerId="LiveId" clId="{B3AEEA10-CAF0-4FAA-9C50-539D5AF41901}" dt="2025-12-14T16:44:28.902" v="5394" actId="20577"/>
      <pc:docMkLst>
        <pc:docMk/>
      </pc:docMkLst>
      <pc:sldChg chg="addSp delSp modSp mod">
        <pc:chgData name="Kelsea Figaro" userId="400ab3ca6b6b1c4f" providerId="LiveId" clId="{B3AEEA10-CAF0-4FAA-9C50-539D5AF41901}" dt="2025-12-13T17:11:41.817" v="5159" actId="1076"/>
        <pc:sldMkLst>
          <pc:docMk/>
          <pc:sldMk cId="706160509" sldId="256"/>
        </pc:sldMkLst>
        <pc:spChg chg="mod">
          <ac:chgData name="Kelsea Figaro" userId="400ab3ca6b6b1c4f" providerId="LiveId" clId="{B3AEEA10-CAF0-4FAA-9C50-539D5AF41901}" dt="2025-12-13T16:40:38.168" v="3838"/>
          <ac:spMkLst>
            <pc:docMk/>
            <pc:sldMk cId="706160509" sldId="256"/>
            <ac:spMk id="2" creationId="{320A2516-46EE-D39C-D381-6AC2C2DF62F7}"/>
          </ac:spMkLst>
        </pc:spChg>
        <pc:spChg chg="mod">
          <ac:chgData name="Kelsea Figaro" userId="400ab3ca6b6b1c4f" providerId="LiveId" clId="{B3AEEA10-CAF0-4FAA-9C50-539D5AF41901}" dt="2025-12-13T16:40:38.168" v="3838"/>
          <ac:spMkLst>
            <pc:docMk/>
            <pc:sldMk cId="706160509" sldId="256"/>
            <ac:spMk id="3" creationId="{E3143C2B-5844-9778-6C67-9D6DC6069199}"/>
          </ac:spMkLst>
        </pc:spChg>
        <pc:picChg chg="add del mod">
          <ac:chgData name="Kelsea Figaro" userId="400ab3ca6b6b1c4f" providerId="LiveId" clId="{B3AEEA10-CAF0-4FAA-9C50-539D5AF41901}" dt="2025-12-13T17:10:17.169" v="5150" actId="21"/>
          <ac:picMkLst>
            <pc:docMk/>
            <pc:sldMk cId="706160509" sldId="256"/>
            <ac:picMk id="4" creationId="{E5953E6A-1E1E-D319-20DD-D862150EB8B5}"/>
          </ac:picMkLst>
        </pc:picChg>
        <pc:picChg chg="add mod">
          <ac:chgData name="Kelsea Figaro" userId="400ab3ca6b6b1c4f" providerId="LiveId" clId="{B3AEEA10-CAF0-4FAA-9C50-539D5AF41901}" dt="2025-12-13T17:11:18.938" v="5154"/>
          <ac:picMkLst>
            <pc:docMk/>
            <pc:sldMk cId="706160509" sldId="256"/>
            <ac:picMk id="5" creationId="{E5953E6A-1E1E-D319-20DD-D862150EB8B5}"/>
          </ac:picMkLst>
        </pc:picChg>
        <pc:picChg chg="add del mod">
          <ac:chgData name="Kelsea Figaro" userId="400ab3ca6b6b1c4f" providerId="LiveId" clId="{B3AEEA10-CAF0-4FAA-9C50-539D5AF41901}" dt="2025-12-13T17:08:04.644" v="5135" actId="21"/>
          <ac:picMkLst>
            <pc:docMk/>
            <pc:sldMk cId="706160509" sldId="256"/>
            <ac:picMk id="2050" creationId="{3E659114-042A-FDC0-906B-D8115F4A7DB2}"/>
          </ac:picMkLst>
        </pc:picChg>
        <pc:picChg chg="add mod">
          <ac:chgData name="Kelsea Figaro" userId="400ab3ca6b6b1c4f" providerId="LiveId" clId="{B3AEEA10-CAF0-4FAA-9C50-539D5AF41901}" dt="2025-12-13T17:09:49.427" v="5146" actId="14100"/>
          <ac:picMkLst>
            <pc:docMk/>
            <pc:sldMk cId="706160509" sldId="256"/>
            <ac:picMk id="2052" creationId="{83792067-9E03-2654-97A6-1CA0C7E2D327}"/>
          </ac:picMkLst>
        </pc:picChg>
        <pc:picChg chg="add mod">
          <ac:chgData name="Kelsea Figaro" userId="400ab3ca6b6b1c4f" providerId="LiveId" clId="{B3AEEA10-CAF0-4FAA-9C50-539D5AF41901}" dt="2025-12-13T17:11:41.817" v="5159" actId="1076"/>
          <ac:picMkLst>
            <pc:docMk/>
            <pc:sldMk cId="706160509" sldId="256"/>
            <ac:picMk id="2054" creationId="{C0883A71-4316-5CC3-81BD-974453444050}"/>
          </ac:picMkLst>
        </pc:picChg>
      </pc:sldChg>
      <pc:sldChg chg="modSp mod">
        <pc:chgData name="Kelsea Figaro" userId="400ab3ca6b6b1c4f" providerId="LiveId" clId="{B3AEEA10-CAF0-4FAA-9C50-539D5AF41901}" dt="2025-12-13T16:40:38.168" v="3838"/>
        <pc:sldMkLst>
          <pc:docMk/>
          <pc:sldMk cId="3388628846" sldId="257"/>
        </pc:sldMkLst>
        <pc:spChg chg="mod">
          <ac:chgData name="Kelsea Figaro" userId="400ab3ca6b6b1c4f" providerId="LiveId" clId="{B3AEEA10-CAF0-4FAA-9C50-539D5AF41901}" dt="2025-12-13T16:40:38.168" v="3838"/>
          <ac:spMkLst>
            <pc:docMk/>
            <pc:sldMk cId="3388628846" sldId="257"/>
            <ac:spMk id="2" creationId="{7CF8C0C0-7111-91AE-F55A-5EA065486CA1}"/>
          </ac:spMkLst>
        </pc:spChg>
      </pc:sldChg>
      <pc:sldChg chg="addSp delSp modSp mod">
        <pc:chgData name="Kelsea Figaro" userId="400ab3ca6b6b1c4f" providerId="LiveId" clId="{B3AEEA10-CAF0-4FAA-9C50-539D5AF41901}" dt="2025-12-13T17:16:01.539" v="5193" actId="20577"/>
        <pc:sldMkLst>
          <pc:docMk/>
          <pc:sldMk cId="2157665704" sldId="258"/>
        </pc:sldMkLst>
        <pc:spChg chg="mod">
          <ac:chgData name="Kelsea Figaro" userId="400ab3ca6b6b1c4f" providerId="LiveId" clId="{B3AEEA10-CAF0-4FAA-9C50-539D5AF41901}" dt="2025-12-13T16:58:10.929" v="4930" actId="313"/>
          <ac:spMkLst>
            <pc:docMk/>
            <pc:sldMk cId="2157665704" sldId="258"/>
            <ac:spMk id="2" creationId="{C8B6B66F-8FC6-4E1D-5BBC-A339516C8722}"/>
          </ac:spMkLst>
        </pc:spChg>
        <pc:spChg chg="mod">
          <ac:chgData name="Kelsea Figaro" userId="400ab3ca6b6b1c4f" providerId="LiveId" clId="{B3AEEA10-CAF0-4FAA-9C50-539D5AF41901}" dt="2025-12-13T17:16:01.539" v="5193" actId="20577"/>
          <ac:spMkLst>
            <pc:docMk/>
            <pc:sldMk cId="2157665704" sldId="258"/>
            <ac:spMk id="3" creationId="{B1A077F1-D82F-9203-5029-4005B7FDD62E}"/>
          </ac:spMkLst>
        </pc:spChg>
        <pc:picChg chg="add del mod">
          <ac:chgData name="Kelsea Figaro" userId="400ab3ca6b6b1c4f" providerId="LiveId" clId="{B3AEEA10-CAF0-4FAA-9C50-539D5AF41901}" dt="2025-12-13T17:10:37.371" v="5153" actId="21"/>
          <ac:picMkLst>
            <pc:docMk/>
            <pc:sldMk cId="2157665704" sldId="258"/>
            <ac:picMk id="4" creationId="{E5953E6A-1E1E-D319-20DD-D862150EB8B5}"/>
          </ac:picMkLst>
        </pc:picChg>
      </pc:sldChg>
      <pc:sldChg chg="modSp new mod">
        <pc:chgData name="Kelsea Figaro" userId="400ab3ca6b6b1c4f" providerId="LiveId" clId="{B3AEEA10-CAF0-4FAA-9C50-539D5AF41901}" dt="2025-12-13T16:59:11.095" v="4944" actId="255"/>
        <pc:sldMkLst>
          <pc:docMk/>
          <pc:sldMk cId="3475113100" sldId="259"/>
        </pc:sldMkLst>
        <pc:spChg chg="mod">
          <ac:chgData name="Kelsea Figaro" userId="400ab3ca6b6b1c4f" providerId="LiveId" clId="{B3AEEA10-CAF0-4FAA-9C50-539D5AF41901}" dt="2025-12-13T16:40:38.168" v="3838"/>
          <ac:spMkLst>
            <pc:docMk/>
            <pc:sldMk cId="3475113100" sldId="259"/>
            <ac:spMk id="2" creationId="{3DCFD78D-C56B-065E-54E9-28DB34933CFA}"/>
          </ac:spMkLst>
        </pc:spChg>
        <pc:spChg chg="mod">
          <ac:chgData name="Kelsea Figaro" userId="400ab3ca6b6b1c4f" providerId="LiveId" clId="{B3AEEA10-CAF0-4FAA-9C50-539D5AF41901}" dt="2025-12-13T16:59:11.095" v="4944" actId="255"/>
          <ac:spMkLst>
            <pc:docMk/>
            <pc:sldMk cId="3475113100" sldId="259"/>
            <ac:spMk id="3" creationId="{E207B36B-E0BA-658E-87CC-11F114BFEF83}"/>
          </ac:spMkLst>
        </pc:spChg>
      </pc:sldChg>
      <pc:sldChg chg="modSp new mod">
        <pc:chgData name="Kelsea Figaro" userId="400ab3ca6b6b1c4f" providerId="LiveId" clId="{B3AEEA10-CAF0-4FAA-9C50-539D5AF41901}" dt="2025-12-14T16:28:30.846" v="5279" actId="20577"/>
        <pc:sldMkLst>
          <pc:docMk/>
          <pc:sldMk cId="924816615" sldId="260"/>
        </pc:sldMkLst>
        <pc:spChg chg="mod">
          <ac:chgData name="Kelsea Figaro" userId="400ab3ca6b6b1c4f" providerId="LiveId" clId="{B3AEEA10-CAF0-4FAA-9C50-539D5AF41901}" dt="2025-12-13T16:40:38.168" v="3838"/>
          <ac:spMkLst>
            <pc:docMk/>
            <pc:sldMk cId="924816615" sldId="260"/>
            <ac:spMk id="2" creationId="{57C650D4-54D1-F3F8-41DF-C0DAE0A9956C}"/>
          </ac:spMkLst>
        </pc:spChg>
        <pc:spChg chg="mod">
          <ac:chgData name="Kelsea Figaro" userId="400ab3ca6b6b1c4f" providerId="LiveId" clId="{B3AEEA10-CAF0-4FAA-9C50-539D5AF41901}" dt="2025-12-14T16:28:30.846" v="5279" actId="20577"/>
          <ac:spMkLst>
            <pc:docMk/>
            <pc:sldMk cId="924816615" sldId="260"/>
            <ac:spMk id="3" creationId="{B28B119E-65E5-675B-654C-4CA119398519}"/>
          </ac:spMkLst>
        </pc:spChg>
      </pc:sldChg>
      <pc:sldChg chg="addSp delSp modSp new mod">
        <pc:chgData name="Kelsea Figaro" userId="400ab3ca6b6b1c4f" providerId="LiveId" clId="{B3AEEA10-CAF0-4FAA-9C50-539D5AF41901}" dt="2025-12-13T16:43:04.272" v="4000" actId="1076"/>
        <pc:sldMkLst>
          <pc:docMk/>
          <pc:sldMk cId="1390259067" sldId="261"/>
        </pc:sldMkLst>
        <pc:spChg chg="mod">
          <ac:chgData name="Kelsea Figaro" userId="400ab3ca6b6b1c4f" providerId="LiveId" clId="{B3AEEA10-CAF0-4FAA-9C50-539D5AF41901}" dt="2025-12-13T16:40:38.168" v="3838"/>
          <ac:spMkLst>
            <pc:docMk/>
            <pc:sldMk cId="1390259067" sldId="261"/>
            <ac:spMk id="2" creationId="{971A5224-0281-DE99-7081-92D3B43FFDEE}"/>
          </ac:spMkLst>
        </pc:spChg>
        <pc:spChg chg="del">
          <ac:chgData name="Kelsea Figaro" userId="400ab3ca6b6b1c4f" providerId="LiveId" clId="{B3AEEA10-CAF0-4FAA-9C50-539D5AF41901}" dt="2025-12-13T15:38:40.304" v="1605" actId="22"/>
          <ac:spMkLst>
            <pc:docMk/>
            <pc:sldMk cId="1390259067" sldId="261"/>
            <ac:spMk id="3" creationId="{E73391DF-3A46-C314-87B7-26E1CF2EAC9E}"/>
          </ac:spMkLst>
        </pc:spChg>
        <pc:spChg chg="add mod">
          <ac:chgData name="Kelsea Figaro" userId="400ab3ca6b6b1c4f" providerId="LiveId" clId="{B3AEEA10-CAF0-4FAA-9C50-539D5AF41901}" dt="2025-12-13T16:42:56.092" v="3999" actId="20577"/>
          <ac:spMkLst>
            <pc:docMk/>
            <pc:sldMk cId="1390259067" sldId="261"/>
            <ac:spMk id="7" creationId="{8ED96547-F396-DC49-8631-009BD431018A}"/>
          </ac:spMkLst>
        </pc:spChg>
        <pc:graphicFrameChg chg="add mod">
          <ac:chgData name="Kelsea Figaro" userId="400ab3ca6b6b1c4f" providerId="LiveId" clId="{B3AEEA10-CAF0-4FAA-9C50-539D5AF41901}" dt="2025-12-13T15:41:06.970" v="1627" actId="21"/>
          <ac:graphicFrameMkLst>
            <pc:docMk/>
            <pc:sldMk cId="1390259067" sldId="261"/>
            <ac:graphicFrameMk id="8" creationId="{33F66F6D-47D1-BCDA-70F9-BF151B23BAC2}"/>
          </ac:graphicFrameMkLst>
        </pc:graphicFrameChg>
        <pc:picChg chg="add del mod ord">
          <ac:chgData name="Kelsea Figaro" userId="400ab3ca6b6b1c4f" providerId="LiveId" clId="{B3AEEA10-CAF0-4FAA-9C50-539D5AF41901}" dt="2025-12-13T15:39:21.958" v="1607" actId="21"/>
          <ac:picMkLst>
            <pc:docMk/>
            <pc:sldMk cId="1390259067" sldId="261"/>
            <ac:picMk id="5" creationId="{0FFE594D-CF07-2495-55D1-6732C78D9316}"/>
          </ac:picMkLst>
        </pc:picChg>
        <pc:picChg chg="add mod">
          <ac:chgData name="Kelsea Figaro" userId="400ab3ca6b6b1c4f" providerId="LiveId" clId="{B3AEEA10-CAF0-4FAA-9C50-539D5AF41901}" dt="2025-12-13T16:43:04.272" v="4000" actId="1076"/>
          <ac:picMkLst>
            <pc:docMk/>
            <pc:sldMk cId="1390259067" sldId="261"/>
            <ac:picMk id="10" creationId="{4D946A18-01E0-A4E4-5814-7E149AF975F1}"/>
          </ac:picMkLst>
        </pc:picChg>
      </pc:sldChg>
      <pc:sldChg chg="addSp delSp modSp new mod">
        <pc:chgData name="Kelsea Figaro" userId="400ab3ca6b6b1c4f" providerId="LiveId" clId="{B3AEEA10-CAF0-4FAA-9C50-539D5AF41901}" dt="2025-12-13T16:54:38.593" v="4588" actId="20577"/>
        <pc:sldMkLst>
          <pc:docMk/>
          <pc:sldMk cId="3886970754" sldId="262"/>
        </pc:sldMkLst>
        <pc:spChg chg="mod">
          <ac:chgData name="Kelsea Figaro" userId="400ab3ca6b6b1c4f" providerId="LiveId" clId="{B3AEEA10-CAF0-4FAA-9C50-539D5AF41901}" dt="2025-12-13T16:44:57.595" v="4030" actId="20577"/>
          <ac:spMkLst>
            <pc:docMk/>
            <pc:sldMk cId="3886970754" sldId="262"/>
            <ac:spMk id="2" creationId="{8BB157FD-8C79-2768-4393-A5817D90ED13}"/>
          </ac:spMkLst>
        </pc:spChg>
        <pc:spChg chg="add del mod">
          <ac:chgData name="Kelsea Figaro" userId="400ab3ca6b6b1c4f" providerId="LiveId" clId="{B3AEEA10-CAF0-4FAA-9C50-539D5AF41901}" dt="2025-12-13T16:54:38.593" v="4588" actId="20577"/>
          <ac:spMkLst>
            <pc:docMk/>
            <pc:sldMk cId="3886970754" sldId="262"/>
            <ac:spMk id="3" creationId="{5A5BE96B-2C07-3F3D-043E-E7B8CD169FF4}"/>
          </ac:spMkLst>
        </pc:spChg>
        <pc:spChg chg="add del">
          <ac:chgData name="Kelsea Figaro" userId="400ab3ca6b6b1c4f" providerId="LiveId" clId="{B3AEEA10-CAF0-4FAA-9C50-539D5AF41901}" dt="2025-12-13T15:59:03.736" v="2388" actId="22"/>
          <ac:spMkLst>
            <pc:docMk/>
            <pc:sldMk cId="3886970754" sldId="262"/>
            <ac:spMk id="7" creationId="{893BEA61-F43E-6FC1-BA95-C7E5FCA2D727}"/>
          </ac:spMkLst>
        </pc:spChg>
        <pc:picChg chg="add mod">
          <ac:chgData name="Kelsea Figaro" userId="400ab3ca6b6b1c4f" providerId="LiveId" clId="{B3AEEA10-CAF0-4FAA-9C50-539D5AF41901}" dt="2025-12-13T15:56:39.332" v="2029" actId="931"/>
          <ac:picMkLst>
            <pc:docMk/>
            <pc:sldMk cId="3886970754" sldId="262"/>
            <ac:picMk id="5" creationId="{973FA0EB-7F1F-2BAA-1DA0-E42805B00DF9}"/>
          </ac:picMkLst>
        </pc:picChg>
        <pc:picChg chg="add mod">
          <ac:chgData name="Kelsea Figaro" userId="400ab3ca6b6b1c4f" providerId="LiveId" clId="{B3AEEA10-CAF0-4FAA-9C50-539D5AF41901}" dt="2025-12-13T16:54:06.163" v="4540" actId="1076"/>
          <ac:picMkLst>
            <pc:docMk/>
            <pc:sldMk cId="3886970754" sldId="262"/>
            <ac:picMk id="9" creationId="{847C3B5B-8917-2ADC-E9CB-F74D6FDEDE2B}"/>
          </ac:picMkLst>
        </pc:picChg>
      </pc:sldChg>
      <pc:sldChg chg="addSp modSp new mod">
        <pc:chgData name="Kelsea Figaro" userId="400ab3ca6b6b1c4f" providerId="LiveId" clId="{B3AEEA10-CAF0-4FAA-9C50-539D5AF41901}" dt="2025-12-14T16:44:28.902" v="5394" actId="20577"/>
        <pc:sldMkLst>
          <pc:docMk/>
          <pc:sldMk cId="2825682168" sldId="263"/>
        </pc:sldMkLst>
        <pc:spChg chg="mod">
          <ac:chgData name="Kelsea Figaro" userId="400ab3ca6b6b1c4f" providerId="LiveId" clId="{B3AEEA10-CAF0-4FAA-9C50-539D5AF41901}" dt="2025-12-13T16:40:38.230" v="3839" actId="27636"/>
          <ac:spMkLst>
            <pc:docMk/>
            <pc:sldMk cId="2825682168" sldId="263"/>
            <ac:spMk id="2" creationId="{CA358803-602C-27EC-3CFB-5E1EDD069DDD}"/>
          </ac:spMkLst>
        </pc:spChg>
        <pc:spChg chg="mod">
          <ac:chgData name="Kelsea Figaro" userId="400ab3ca6b6b1c4f" providerId="LiveId" clId="{B3AEEA10-CAF0-4FAA-9C50-539D5AF41901}" dt="2025-12-14T16:44:28.902" v="5394" actId="20577"/>
          <ac:spMkLst>
            <pc:docMk/>
            <pc:sldMk cId="2825682168" sldId="263"/>
            <ac:spMk id="3" creationId="{8071262D-EA2C-DC29-2125-FF6B025821CD}"/>
          </ac:spMkLst>
        </pc:spChg>
        <pc:picChg chg="add mod">
          <ac:chgData name="Kelsea Figaro" userId="400ab3ca6b6b1c4f" providerId="LiveId" clId="{B3AEEA10-CAF0-4FAA-9C50-539D5AF41901}" dt="2025-12-13T16:02:58.903" v="2496" actId="1076"/>
          <ac:picMkLst>
            <pc:docMk/>
            <pc:sldMk cId="2825682168" sldId="263"/>
            <ac:picMk id="5" creationId="{2FB704DA-3080-55D6-0CFC-EBB4204C332D}"/>
          </ac:picMkLst>
        </pc:picChg>
        <pc:picChg chg="add mod">
          <ac:chgData name="Kelsea Figaro" userId="400ab3ca6b6b1c4f" providerId="LiveId" clId="{B3AEEA10-CAF0-4FAA-9C50-539D5AF41901}" dt="2025-12-13T16:56:13.830" v="4802" actId="1076"/>
          <ac:picMkLst>
            <pc:docMk/>
            <pc:sldMk cId="2825682168" sldId="263"/>
            <ac:picMk id="7" creationId="{51362482-4553-0557-CAEB-F09C6EC7D4D0}"/>
          </ac:picMkLst>
        </pc:picChg>
      </pc:sldChg>
      <pc:sldChg chg="modSp new mod">
        <pc:chgData name="Kelsea Figaro" userId="400ab3ca6b6b1c4f" providerId="LiveId" clId="{B3AEEA10-CAF0-4FAA-9C50-539D5AF41901}" dt="2025-12-13T17:03:56.856" v="5122" actId="20577"/>
        <pc:sldMkLst>
          <pc:docMk/>
          <pc:sldMk cId="3955988255" sldId="264"/>
        </pc:sldMkLst>
        <pc:spChg chg="mod">
          <ac:chgData name="Kelsea Figaro" userId="400ab3ca6b6b1c4f" providerId="LiveId" clId="{B3AEEA10-CAF0-4FAA-9C50-539D5AF41901}" dt="2025-12-13T16:40:38.168" v="3838"/>
          <ac:spMkLst>
            <pc:docMk/>
            <pc:sldMk cId="3955988255" sldId="264"/>
            <ac:spMk id="2" creationId="{7D2D2769-9618-0A32-3A58-521F76685848}"/>
          </ac:spMkLst>
        </pc:spChg>
        <pc:spChg chg="mod">
          <ac:chgData name="Kelsea Figaro" userId="400ab3ca6b6b1c4f" providerId="LiveId" clId="{B3AEEA10-CAF0-4FAA-9C50-539D5AF41901}" dt="2025-12-13T17:03:56.856" v="5122" actId="20577"/>
          <ac:spMkLst>
            <pc:docMk/>
            <pc:sldMk cId="3955988255" sldId="264"/>
            <ac:spMk id="3" creationId="{53882E9A-C1ED-4FA1-6EF0-E94195887C87}"/>
          </ac:spMkLst>
        </pc:spChg>
      </pc:sldChg>
      <pc:sldChg chg="addSp delSp modSp new mod">
        <pc:chgData name="Kelsea Figaro" userId="400ab3ca6b6b1c4f" providerId="LiveId" clId="{B3AEEA10-CAF0-4FAA-9C50-539D5AF41901}" dt="2025-12-13T16:40:38.168" v="3838"/>
        <pc:sldMkLst>
          <pc:docMk/>
          <pc:sldMk cId="1332793338" sldId="265"/>
        </pc:sldMkLst>
        <pc:spChg chg="mod">
          <ac:chgData name="Kelsea Figaro" userId="400ab3ca6b6b1c4f" providerId="LiveId" clId="{B3AEEA10-CAF0-4FAA-9C50-539D5AF41901}" dt="2025-12-13T16:40:38.168" v="3838"/>
          <ac:spMkLst>
            <pc:docMk/>
            <pc:sldMk cId="1332793338" sldId="265"/>
            <ac:spMk id="2" creationId="{57483CFA-4713-988C-CAC9-2F474D6B2503}"/>
          </ac:spMkLst>
        </pc:spChg>
        <pc:spChg chg="add del">
          <ac:chgData name="Kelsea Figaro" userId="400ab3ca6b6b1c4f" providerId="LiveId" clId="{B3AEEA10-CAF0-4FAA-9C50-539D5AF41901}" dt="2025-12-13T16:23:01.246" v="3586" actId="22"/>
          <ac:spMkLst>
            <pc:docMk/>
            <pc:sldMk cId="1332793338" sldId="265"/>
            <ac:spMk id="3" creationId="{32C4120A-6DC3-B064-A7C8-A3538DF30454}"/>
          </ac:spMkLst>
        </pc:spChg>
        <pc:picChg chg="add mod">
          <ac:chgData name="Kelsea Figaro" userId="400ab3ca6b6b1c4f" providerId="LiveId" clId="{B3AEEA10-CAF0-4FAA-9C50-539D5AF41901}" dt="2025-12-13T16:21:37.776" v="3585" actId="931"/>
          <ac:picMkLst>
            <pc:docMk/>
            <pc:sldMk cId="1332793338" sldId="265"/>
            <ac:picMk id="5" creationId="{4E029BE3-AF10-7DD5-D578-DCBF62821484}"/>
          </ac:picMkLst>
        </pc:picChg>
        <pc:picChg chg="add mod ord">
          <ac:chgData name="Kelsea Figaro" userId="400ab3ca6b6b1c4f" providerId="LiveId" clId="{B3AEEA10-CAF0-4FAA-9C50-539D5AF41901}" dt="2025-12-13T16:23:06.200" v="3588" actId="14100"/>
          <ac:picMkLst>
            <pc:docMk/>
            <pc:sldMk cId="1332793338" sldId="265"/>
            <ac:picMk id="7" creationId="{031288A4-255C-8747-8E8B-FE8B1F07680A}"/>
          </ac:picMkLst>
        </pc:picChg>
        <pc:picChg chg="add del mod">
          <ac:chgData name="Kelsea Figaro" userId="400ab3ca6b6b1c4f" providerId="LiveId" clId="{B3AEEA10-CAF0-4FAA-9C50-539D5AF41901}" dt="2025-12-13T16:23:49.559" v="3592" actId="22"/>
          <ac:picMkLst>
            <pc:docMk/>
            <pc:sldMk cId="1332793338" sldId="265"/>
            <ac:picMk id="9" creationId="{8B69E4C6-A312-6D3D-630E-968C99AFC123}"/>
          </ac:picMkLst>
        </pc:picChg>
        <pc:picChg chg="add mod">
          <ac:chgData name="Kelsea Figaro" userId="400ab3ca6b6b1c4f" providerId="LiveId" clId="{B3AEEA10-CAF0-4FAA-9C50-539D5AF41901}" dt="2025-12-13T16:24:21.401" v="3597" actId="14100"/>
          <ac:picMkLst>
            <pc:docMk/>
            <pc:sldMk cId="1332793338" sldId="265"/>
            <ac:picMk id="11" creationId="{E8BC397E-945E-1FA1-6B5A-8090B8C57A75}"/>
          </ac:picMkLst>
        </pc:picChg>
      </pc:sldChg>
      <pc:sldChg chg="addSp delSp modSp new mod">
        <pc:chgData name="Kelsea Figaro" userId="400ab3ca6b6b1c4f" providerId="LiveId" clId="{B3AEEA10-CAF0-4FAA-9C50-539D5AF41901}" dt="2025-12-13T16:40:38.168" v="3838"/>
        <pc:sldMkLst>
          <pc:docMk/>
          <pc:sldMk cId="3773436460" sldId="266"/>
        </pc:sldMkLst>
        <pc:spChg chg="mod">
          <ac:chgData name="Kelsea Figaro" userId="400ab3ca6b6b1c4f" providerId="LiveId" clId="{B3AEEA10-CAF0-4FAA-9C50-539D5AF41901}" dt="2025-12-13T16:40:38.168" v="3838"/>
          <ac:spMkLst>
            <pc:docMk/>
            <pc:sldMk cId="3773436460" sldId="266"/>
            <ac:spMk id="2" creationId="{FA46311D-2735-F2F0-55E9-4DB13BCE3033}"/>
          </ac:spMkLst>
        </pc:spChg>
        <pc:spChg chg="del">
          <ac:chgData name="Kelsea Figaro" userId="400ab3ca6b6b1c4f" providerId="LiveId" clId="{B3AEEA10-CAF0-4FAA-9C50-539D5AF41901}" dt="2025-12-13T16:38:11.229" v="3789" actId="22"/>
          <ac:spMkLst>
            <pc:docMk/>
            <pc:sldMk cId="3773436460" sldId="266"/>
            <ac:spMk id="3" creationId="{960092C7-2F6E-4543-631A-747B516BCBBC}"/>
          </ac:spMkLst>
        </pc:spChg>
        <pc:picChg chg="add mod ord">
          <ac:chgData name="Kelsea Figaro" userId="400ab3ca6b6b1c4f" providerId="LiveId" clId="{B3AEEA10-CAF0-4FAA-9C50-539D5AF41901}" dt="2025-12-13T16:38:13.113" v="3790" actId="1076"/>
          <ac:picMkLst>
            <pc:docMk/>
            <pc:sldMk cId="3773436460" sldId="266"/>
            <ac:picMk id="5" creationId="{68EA5AE6-8EF2-ADED-9F53-73154873D8EE}"/>
          </ac:picMkLst>
        </pc:picChg>
        <pc:picChg chg="add mod">
          <ac:chgData name="Kelsea Figaro" userId="400ab3ca6b6b1c4f" providerId="LiveId" clId="{B3AEEA10-CAF0-4FAA-9C50-539D5AF41901}" dt="2025-12-13T16:38:47.340" v="3793" actId="1076"/>
          <ac:picMkLst>
            <pc:docMk/>
            <pc:sldMk cId="3773436460" sldId="266"/>
            <ac:picMk id="7" creationId="{734BB3C2-C46F-5016-930C-23E7EAF9421C}"/>
          </ac:picMkLst>
        </pc:picChg>
      </pc:sldChg>
      <pc:sldChg chg="addSp delSp modSp new mod">
        <pc:chgData name="Kelsea Figaro" userId="400ab3ca6b6b1c4f" providerId="LiveId" clId="{B3AEEA10-CAF0-4FAA-9C50-539D5AF41901}" dt="2025-12-14T16:42:45.105" v="5390" actId="1076"/>
        <pc:sldMkLst>
          <pc:docMk/>
          <pc:sldMk cId="4093048586" sldId="267"/>
        </pc:sldMkLst>
        <pc:spChg chg="mod">
          <ac:chgData name="Kelsea Figaro" userId="400ab3ca6b6b1c4f" providerId="LiveId" clId="{B3AEEA10-CAF0-4FAA-9C50-539D5AF41901}" dt="2025-12-13T16:40:38.168" v="3838"/>
          <ac:spMkLst>
            <pc:docMk/>
            <pc:sldMk cId="4093048586" sldId="267"/>
            <ac:spMk id="2" creationId="{25738518-D9D3-BAE8-70E8-0D7036763AA5}"/>
          </ac:spMkLst>
        </pc:spChg>
        <pc:spChg chg="del">
          <ac:chgData name="Kelsea Figaro" userId="400ab3ca6b6b1c4f" providerId="LiveId" clId="{B3AEEA10-CAF0-4FAA-9C50-539D5AF41901}" dt="2025-12-13T16:39:52.537" v="3795" actId="22"/>
          <ac:spMkLst>
            <pc:docMk/>
            <pc:sldMk cId="4093048586" sldId="267"/>
            <ac:spMk id="3" creationId="{90DA3C08-9582-63F8-CCD5-366C6D717580}"/>
          </ac:spMkLst>
        </pc:spChg>
        <pc:picChg chg="add mod ord">
          <ac:chgData name="Kelsea Figaro" userId="400ab3ca6b6b1c4f" providerId="LiveId" clId="{B3AEEA10-CAF0-4FAA-9C50-539D5AF41901}" dt="2025-12-14T16:42:45.105" v="5390" actId="1076"/>
          <ac:picMkLst>
            <pc:docMk/>
            <pc:sldMk cId="4093048586" sldId="267"/>
            <ac:picMk id="5" creationId="{DA39B5F8-80D6-5E22-1602-D46D9A283C9C}"/>
          </ac:picMkLst>
        </pc:picChg>
      </pc:sldChg>
      <pc:sldChg chg="modSp new del mod">
        <pc:chgData name="Kelsea Figaro" userId="400ab3ca6b6b1c4f" providerId="LiveId" clId="{B3AEEA10-CAF0-4FAA-9C50-539D5AF41901}" dt="2025-12-13T17:18:47.859" v="5263" actId="2696"/>
        <pc:sldMkLst>
          <pc:docMk/>
          <pc:sldMk cId="3531696789" sldId="268"/>
        </pc:sldMkLst>
        <pc:spChg chg="mod">
          <ac:chgData name="Kelsea Figaro" userId="400ab3ca6b6b1c4f" providerId="LiveId" clId="{B3AEEA10-CAF0-4FAA-9C50-539D5AF41901}" dt="2025-12-13T17:17:46.318" v="5261" actId="20577"/>
          <ac:spMkLst>
            <pc:docMk/>
            <pc:sldMk cId="3531696789" sldId="268"/>
            <ac:spMk id="2" creationId="{F1E80FCE-9C8F-C6C2-FEE9-B3E656BF4A4D}"/>
          </ac:spMkLst>
        </pc:spChg>
      </pc:sldChg>
      <pc:sldChg chg="modSp new mod">
        <pc:chgData name="Kelsea Figaro" userId="400ab3ca6b6b1c4f" providerId="LiveId" clId="{B3AEEA10-CAF0-4FAA-9C50-539D5AF41901}" dt="2025-12-13T17:18:53.749" v="5275" actId="20577"/>
        <pc:sldMkLst>
          <pc:docMk/>
          <pc:sldMk cId="2379074302" sldId="269"/>
        </pc:sldMkLst>
        <pc:spChg chg="mod">
          <ac:chgData name="Kelsea Figaro" userId="400ab3ca6b6b1c4f" providerId="LiveId" clId="{B3AEEA10-CAF0-4FAA-9C50-539D5AF41901}" dt="2025-12-13T17:18:53.749" v="5275" actId="20577"/>
          <ac:spMkLst>
            <pc:docMk/>
            <pc:sldMk cId="2379074302" sldId="269"/>
            <ac:spMk id="2" creationId="{AEEF5E28-4BE6-7F83-48C4-AD637762E5A5}"/>
          </ac:spMkLst>
        </pc:spChg>
      </pc:sldChg>
      <pc:sldChg chg="addSp delSp modSp new mod">
        <pc:chgData name="Kelsea Figaro" userId="400ab3ca6b6b1c4f" providerId="LiveId" clId="{B3AEEA10-CAF0-4FAA-9C50-539D5AF41901}" dt="2025-12-14T16:42:35.322" v="5389" actId="1076"/>
        <pc:sldMkLst>
          <pc:docMk/>
          <pc:sldMk cId="324140915" sldId="270"/>
        </pc:sldMkLst>
        <pc:spChg chg="mod">
          <ac:chgData name="Kelsea Figaro" userId="400ab3ca6b6b1c4f" providerId="LiveId" clId="{B3AEEA10-CAF0-4FAA-9C50-539D5AF41901}" dt="2025-12-14T16:40:07.066" v="5312" actId="20577"/>
          <ac:spMkLst>
            <pc:docMk/>
            <pc:sldMk cId="324140915" sldId="270"/>
            <ac:spMk id="2" creationId="{7AC52A80-3376-3AC0-DE76-B740986E3FE6}"/>
          </ac:spMkLst>
        </pc:spChg>
        <pc:spChg chg="del">
          <ac:chgData name="Kelsea Figaro" userId="400ab3ca6b6b1c4f" providerId="LiveId" clId="{B3AEEA10-CAF0-4FAA-9C50-539D5AF41901}" dt="2025-12-14T16:39:58.345" v="5290" actId="22"/>
          <ac:spMkLst>
            <pc:docMk/>
            <pc:sldMk cId="324140915" sldId="270"/>
            <ac:spMk id="3" creationId="{2F7374F6-52F4-0B2A-043F-B7C83632E960}"/>
          </ac:spMkLst>
        </pc:spChg>
        <pc:picChg chg="add mod ord">
          <ac:chgData name="Kelsea Figaro" userId="400ab3ca6b6b1c4f" providerId="LiveId" clId="{B3AEEA10-CAF0-4FAA-9C50-539D5AF41901}" dt="2025-12-14T16:42:35.322" v="5389" actId="1076"/>
          <ac:picMkLst>
            <pc:docMk/>
            <pc:sldMk cId="324140915" sldId="270"/>
            <ac:picMk id="5" creationId="{F063227B-4741-6DC2-74C6-B203FCB62B00}"/>
          </ac:picMkLst>
        </pc:picChg>
      </pc:sldChg>
      <pc:sldChg chg="addSp delSp modSp new mod">
        <pc:chgData name="Kelsea Figaro" userId="400ab3ca6b6b1c4f" providerId="LiveId" clId="{B3AEEA10-CAF0-4FAA-9C50-539D5AF41901}" dt="2025-12-14T16:42:29.161" v="5387" actId="1076"/>
        <pc:sldMkLst>
          <pc:docMk/>
          <pc:sldMk cId="3773909033" sldId="271"/>
        </pc:sldMkLst>
        <pc:spChg chg="mod">
          <ac:chgData name="Kelsea Figaro" userId="400ab3ca6b6b1c4f" providerId="LiveId" clId="{B3AEEA10-CAF0-4FAA-9C50-539D5AF41901}" dt="2025-12-14T16:40:55.804" v="5344" actId="20577"/>
          <ac:spMkLst>
            <pc:docMk/>
            <pc:sldMk cId="3773909033" sldId="271"/>
            <ac:spMk id="2" creationId="{94FF47A3-212C-1035-ACFF-8C4B8844AB9A}"/>
          </ac:spMkLst>
        </pc:spChg>
        <pc:spChg chg="del">
          <ac:chgData name="Kelsea Figaro" userId="400ab3ca6b6b1c4f" providerId="LiveId" clId="{B3AEEA10-CAF0-4FAA-9C50-539D5AF41901}" dt="2025-12-14T16:40:47.674" v="5314" actId="22"/>
          <ac:spMkLst>
            <pc:docMk/>
            <pc:sldMk cId="3773909033" sldId="271"/>
            <ac:spMk id="3" creationId="{43BBD6B2-7E86-4093-39B4-D5B0D716E69C}"/>
          </ac:spMkLst>
        </pc:spChg>
        <pc:picChg chg="add mod ord">
          <ac:chgData name="Kelsea Figaro" userId="400ab3ca6b6b1c4f" providerId="LiveId" clId="{B3AEEA10-CAF0-4FAA-9C50-539D5AF41901}" dt="2025-12-14T16:42:29.161" v="5387" actId="1076"/>
          <ac:picMkLst>
            <pc:docMk/>
            <pc:sldMk cId="3773909033" sldId="271"/>
            <ac:picMk id="5" creationId="{8182ADF1-8F38-08AB-7A20-391AC1CEE70F}"/>
          </ac:picMkLst>
        </pc:picChg>
      </pc:sldChg>
      <pc:sldChg chg="addSp modSp new mod">
        <pc:chgData name="Kelsea Figaro" userId="400ab3ca6b6b1c4f" providerId="LiveId" clId="{B3AEEA10-CAF0-4FAA-9C50-539D5AF41901}" dt="2025-12-14T16:42:26.083" v="5386" actId="1076"/>
        <pc:sldMkLst>
          <pc:docMk/>
          <pc:sldMk cId="1186101816" sldId="272"/>
        </pc:sldMkLst>
        <pc:spChg chg="mod">
          <ac:chgData name="Kelsea Figaro" userId="400ab3ca6b6b1c4f" providerId="LiveId" clId="{B3AEEA10-CAF0-4FAA-9C50-539D5AF41901}" dt="2025-12-14T16:42:04.748" v="5385" actId="5793"/>
          <ac:spMkLst>
            <pc:docMk/>
            <pc:sldMk cId="1186101816" sldId="272"/>
            <ac:spMk id="2" creationId="{96342D34-892A-C2A7-995F-18A80BD2DF38}"/>
          </ac:spMkLst>
        </pc:spChg>
        <pc:picChg chg="add mod">
          <ac:chgData name="Kelsea Figaro" userId="400ab3ca6b6b1c4f" providerId="LiveId" clId="{B3AEEA10-CAF0-4FAA-9C50-539D5AF41901}" dt="2025-12-14T16:42:26.083" v="5386" actId="1076"/>
          <ac:picMkLst>
            <pc:docMk/>
            <pc:sldMk cId="1186101816" sldId="272"/>
            <ac:picMk id="5" creationId="{9DCA144E-323E-8EB7-7D2A-07C6B4A9F63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01DE6-FA67-4DEF-962A-A1F356E96EC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3C69B-C949-4B7F-96EA-BE18B96A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62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01DE6-FA67-4DEF-962A-A1F356E96EC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3C69B-C949-4B7F-96EA-BE18B96A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90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01DE6-FA67-4DEF-962A-A1F356E96EC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3C69B-C949-4B7F-96EA-BE18B96A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68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01DE6-FA67-4DEF-962A-A1F356E96EC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3C69B-C949-4B7F-96EA-BE18B96A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66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01DE6-FA67-4DEF-962A-A1F356E96EC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3C69B-C949-4B7F-96EA-BE18B96A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98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01DE6-FA67-4DEF-962A-A1F356E96EC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3C69B-C949-4B7F-96EA-BE18B96A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430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01DE6-FA67-4DEF-962A-A1F356E96EC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3C69B-C949-4B7F-96EA-BE18B96A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8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01DE6-FA67-4DEF-962A-A1F356E96EC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3C69B-C949-4B7F-96EA-BE18B96A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91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01DE6-FA67-4DEF-962A-A1F356E96EC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3C69B-C949-4B7F-96EA-BE18B96A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71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01DE6-FA67-4DEF-962A-A1F356E96EC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3C69B-C949-4B7F-96EA-BE18B96A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35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01DE6-FA67-4DEF-962A-A1F356E96EC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3C69B-C949-4B7F-96EA-BE18B96A8AB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5750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01DE6-FA67-4DEF-962A-A1F356E96EC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3C69B-C949-4B7F-96EA-BE18B96A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964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01DE6-FA67-4DEF-962A-A1F356E96EC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3C69B-C949-4B7F-96EA-BE18B96A8AB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6545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01DE6-FA67-4DEF-962A-A1F356E96EC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3C69B-C949-4B7F-96EA-BE18B96A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901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01DE6-FA67-4DEF-962A-A1F356E96EC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3C69B-C949-4B7F-96EA-BE18B96A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54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01DE6-FA67-4DEF-962A-A1F356E96EC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3C69B-C949-4B7F-96EA-BE18B96A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632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01DE6-FA67-4DEF-962A-A1F356E96EC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2C3C69B-C949-4B7F-96EA-BE18B96A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24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A2516-46EE-D39C-D381-6AC2C2DF62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Wolf Populations in Denali National Park in Alaska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43C2B-5844-9778-6C67-9D6DC60691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Kelsea Figaro</a:t>
            </a:r>
          </a:p>
          <a:p>
            <a:r>
              <a:rPr lang="en-US" dirty="0"/>
              <a:t>CMP262-Final Project</a:t>
            </a:r>
          </a:p>
        </p:txBody>
      </p:sp>
      <p:pic>
        <p:nvPicPr>
          <p:cNvPr id="2052" name="Picture 4" descr="Denali National Park and Preserve In Alaska – ExploreTraveler">
            <a:extLst>
              <a:ext uri="{FF2B5EF4-FFF2-40B4-BE49-F238E27FC236}">
                <a16:creationId xmlns:a16="http://schemas.microsoft.com/office/drawing/2014/main" id="{83792067-9E03-2654-97A6-1CA0C7E2D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393" y="3351870"/>
            <a:ext cx="4778257" cy="31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tudy: Economic Values of Wolves in Denali National Park and Preserve —  Alaska Wildlife Alliance (AWA)">
            <a:extLst>
              <a:ext uri="{FF2B5EF4-FFF2-40B4-BE49-F238E27FC236}">
                <a16:creationId xmlns:a16="http://schemas.microsoft.com/office/drawing/2014/main" id="{C0883A71-4316-5CC3-81BD-974453444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9790" y="83380"/>
            <a:ext cx="2352198" cy="293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6160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6B66F-8FC6-4E1D-5BBC-A339516C8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077F1-D82F-9203-5029-4005B7FDD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Dataset looks at yearly wolf populations in Denali National Park in Alaska</a:t>
            </a:r>
          </a:p>
          <a:p>
            <a:r>
              <a:rPr lang="en-US" sz="2800" dirty="0"/>
              <a:t>In this analysis:</a:t>
            </a:r>
          </a:p>
          <a:p>
            <a:pPr lvl="1"/>
            <a:r>
              <a:rPr lang="en-US" sz="2800" dirty="0"/>
              <a:t>Yearly increase/decrease in wolf populations in the park</a:t>
            </a:r>
          </a:p>
          <a:p>
            <a:pPr lvl="1"/>
            <a:r>
              <a:rPr lang="en-US" sz="2800" dirty="0"/>
              <a:t>Correlation between number of wolfpacks monitored and area (in km) monitored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665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FD78D-C56B-065E-54E9-28DB34933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would value this information?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7B36B-E0BA-658E-87CC-11F114BFE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Wildlife biologists whose studies focus on wolves</a:t>
            </a:r>
          </a:p>
          <a:p>
            <a:r>
              <a:rPr lang="en-US" sz="2400" dirty="0"/>
              <a:t>Wildlife agencies such as U.S Fish and Wildlife Service (USFWS) and the Alaska Department of Fish and Game (ADF&amp;G)</a:t>
            </a:r>
          </a:p>
          <a:p>
            <a:r>
              <a:rPr lang="en-US" sz="2400" dirty="0"/>
              <a:t>This information could be used to make decisions on how to better handle conservation for wolves in the park and surrounding areas</a:t>
            </a:r>
          </a:p>
        </p:txBody>
      </p:sp>
    </p:spTree>
    <p:extLst>
      <p:ext uri="{BB962C8B-B14F-4D97-AF65-F5344CB8AC3E}">
        <p14:creationId xmlns:p14="http://schemas.microsoft.com/office/powerpoint/2010/main" val="3475113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50D4-54D1-F3F8-41DF-C0DAE0A99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B119E-65E5-675B-654C-4CA119398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Data used: Denali Wolf Population Data, 1986-2024 from data.gov</a:t>
            </a:r>
          </a:p>
          <a:p>
            <a:r>
              <a:rPr lang="en-US" sz="2400" dirty="0"/>
              <a:t>Published by the National Park Service</a:t>
            </a:r>
          </a:p>
          <a:p>
            <a:r>
              <a:rPr lang="en-US" sz="2400" dirty="0"/>
              <a:t>Data was downloaded as an CSV file then read into </a:t>
            </a:r>
            <a:r>
              <a:rPr lang="en-US" sz="2400" dirty="0" err="1"/>
              <a:t>Jupyter</a:t>
            </a:r>
            <a:r>
              <a:rPr lang="en-US" sz="2400" dirty="0"/>
              <a:t> Notebooks where cleaning, plotting, and analyzing was done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816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A5224-0281-DE99-7081-92D3B43FF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Methodology: The data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ED96547-F396-DC49-8631-009BD4310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Columns used: Year, </a:t>
            </a:r>
            <a:r>
              <a:rPr lang="en-US" dirty="0" err="1"/>
              <a:t>WolfCount</a:t>
            </a:r>
            <a:r>
              <a:rPr lang="en-US" dirty="0"/>
              <a:t>(spring and fall added together),  </a:t>
            </a:r>
            <a:r>
              <a:rPr lang="en-US" dirty="0" err="1"/>
              <a:t>PackCount</a:t>
            </a:r>
            <a:r>
              <a:rPr lang="en-US" dirty="0"/>
              <a:t>(spring and fall added together), </a:t>
            </a:r>
            <a:r>
              <a:rPr lang="en-US" dirty="0" err="1"/>
              <a:t>PacksSpring</a:t>
            </a:r>
            <a:r>
              <a:rPr lang="en-US" dirty="0"/>
              <a:t>, </a:t>
            </a:r>
            <a:r>
              <a:rPr lang="en-US" dirty="0" err="1"/>
              <a:t>PacksFall</a:t>
            </a:r>
            <a:r>
              <a:rPr lang="en-US" dirty="0"/>
              <a:t>, </a:t>
            </a:r>
            <a:r>
              <a:rPr lang="en-US" dirty="0" err="1"/>
              <a:t>WolfCountSpring</a:t>
            </a:r>
            <a:r>
              <a:rPr lang="en-US" dirty="0"/>
              <a:t>, </a:t>
            </a:r>
            <a:r>
              <a:rPr lang="en-US" dirty="0" err="1"/>
              <a:t>WolfCountFall</a:t>
            </a:r>
            <a:r>
              <a:rPr lang="en-US" dirty="0"/>
              <a:t>, </a:t>
            </a:r>
            <a:r>
              <a:rPr lang="en-US" dirty="0" err="1"/>
              <a:t>AreaSqrKMSpring</a:t>
            </a:r>
            <a:r>
              <a:rPr lang="en-US" dirty="0"/>
              <a:t>, and </a:t>
            </a:r>
            <a:r>
              <a:rPr lang="en-US" dirty="0" err="1"/>
              <a:t>AreaSqrKMFall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946A18-01E0-A4E4-5814-7E149AF97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023" y="3356973"/>
            <a:ext cx="8712648" cy="200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259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157FD-8C79-2768-4393-A5817D90E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Result: Has there been an increase or decrease of wolf population in the park over the years?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BE96B-2C07-3F3D-043E-E7B8CD169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 the years, there were both increases in population and decreases of population.</a:t>
            </a:r>
          </a:p>
          <a:p>
            <a:r>
              <a:rPr lang="en-US" dirty="0"/>
              <a:t>What has caused these increases and decreases in </a:t>
            </a:r>
          </a:p>
          <a:p>
            <a:pPr marL="0" indent="0">
              <a:buNone/>
            </a:pPr>
            <a:r>
              <a:rPr lang="en-US" dirty="0"/>
              <a:t>	in population? </a:t>
            </a:r>
          </a:p>
          <a:p>
            <a:r>
              <a:rPr lang="en-US" dirty="0"/>
              <a:t>More data is required </a:t>
            </a:r>
          </a:p>
          <a:p>
            <a:r>
              <a:rPr lang="en-US" sz="2400" dirty="0"/>
              <a:t>Notable changes</a:t>
            </a:r>
            <a:r>
              <a:rPr lang="en-US" dirty="0"/>
              <a:t>:</a:t>
            </a:r>
          </a:p>
          <a:p>
            <a:r>
              <a:rPr lang="en-US" dirty="0"/>
              <a:t>Large increase from 1986 to 1991</a:t>
            </a:r>
          </a:p>
          <a:p>
            <a:r>
              <a:rPr lang="en-US" dirty="0"/>
              <a:t>Population has been in decline since 2021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47C3B5B-8917-2ADC-E9CB-F74D6FDED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7484" y="2539103"/>
            <a:ext cx="5633035" cy="422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970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58803-602C-27EC-3CFB-5E1EDD06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Result: Correlation between number of wolf packs monitored in the spring and fall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1262D-EA2C-DC29-2125-FF6B0258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Neither spring nor fall have strong correlation </a:t>
            </a:r>
          </a:p>
          <a:p>
            <a:r>
              <a:rPr lang="en-US" dirty="0"/>
              <a:t>Spring has slightly stronger positive correlation </a:t>
            </a:r>
          </a:p>
          <a:p>
            <a:pPr marL="0" indent="0">
              <a:buNone/>
            </a:pPr>
            <a:r>
              <a:rPr lang="en-US" dirty="0"/>
              <a:t>	then the fall</a:t>
            </a:r>
          </a:p>
          <a:p>
            <a:r>
              <a:rPr lang="en-US" dirty="0"/>
              <a:t>Overall, the amount of area observed doesn’t appear</a:t>
            </a:r>
          </a:p>
          <a:p>
            <a:pPr marL="0" indent="0">
              <a:buNone/>
            </a:pPr>
            <a:r>
              <a:rPr lang="en-US" dirty="0"/>
              <a:t>	to play a major role in the number of wolf packs </a:t>
            </a:r>
          </a:p>
          <a:p>
            <a:pPr marL="0" indent="0">
              <a:buNone/>
            </a:pPr>
            <a:r>
              <a:rPr lang="en-US" dirty="0"/>
              <a:t>	counted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362482-4553-0557-CAEB-F09C6EC7D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563" y="1930400"/>
            <a:ext cx="5089931" cy="450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82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D2769-9618-0A32-3A58-521F76685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82E9A-C1ED-4FA1-6EF0-E94195887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Since the data set focused only on the population of the wolves, it has led to some additional questions:</a:t>
            </a:r>
          </a:p>
          <a:p>
            <a:r>
              <a:rPr lang="en-US" sz="2400" dirty="0"/>
              <a:t>What was the prey availability like over the years and did that have any effect on the wolf populations</a:t>
            </a:r>
          </a:p>
          <a:p>
            <a:r>
              <a:rPr lang="en-US" sz="2400" dirty="0"/>
              <a:t>Were there any environmental factors (such as weather, water availability, disease, hunting, </a:t>
            </a:r>
            <a:r>
              <a:rPr lang="en-US" sz="2400" dirty="0" err="1"/>
              <a:t>etc</a:t>
            </a:r>
            <a:r>
              <a:rPr lang="en-US" sz="2400" dirty="0"/>
              <a:t>) that played a role in the population of individuals and packs?</a:t>
            </a:r>
          </a:p>
        </p:txBody>
      </p:sp>
    </p:spTree>
    <p:extLst>
      <p:ext uri="{BB962C8B-B14F-4D97-AF65-F5344CB8AC3E}">
        <p14:creationId xmlns:p14="http://schemas.microsoft.com/office/powerpoint/2010/main" val="3955988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F5E28-4BE6-7F83-48C4-AD637762E5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Appendix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0B6FA-09C7-CCBC-5D56-77A69077F0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74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3CFA-4713-988C-CAC9-2F474D6B2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Appendix- Wolf packs in the spring/fall by year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31288A4-255C-8747-8E8B-FE8B1F0768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5314" y="1690688"/>
            <a:ext cx="5212355" cy="38725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BC397E-945E-1FA1-6B5A-8090B8C57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032" y="1754326"/>
            <a:ext cx="5172002" cy="380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793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C0C0-7111-91AE-F55A-5EA065486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Appendix: Wolf Population Distribution in spring and fall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B3C583-B7F0-01F3-79F0-E7FB32594E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802" y="1825625"/>
            <a:ext cx="5795491" cy="4351338"/>
          </a:xfr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5FFFA08-5120-4CC3-3325-FFD340E315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60024" y="1825625"/>
            <a:ext cx="5848350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628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311D-2735-F2F0-55E9-4DB13BCE3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Appendix- Original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EA5AE6-8EF2-ADED-9F53-73154873D8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3001" y="1812993"/>
            <a:ext cx="7969660" cy="12827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4BB3C2-C46F-5016-930C-23E7EAF94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01" y="3908797"/>
            <a:ext cx="8020462" cy="129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436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8518-D9D3-BAE8-70E8-0D703676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Appendix- description on website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39B5F8-80D6-5E22-1602-D46D9A283C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2506" y="1871830"/>
            <a:ext cx="7066323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048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52A80-3376-3AC0-DE76-B740986E3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Appendix- original column names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63227B-4741-6DC2-74C6-B203FCB62B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3072" y="2372359"/>
            <a:ext cx="7707262" cy="211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40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F47A3-212C-1035-ACFF-8C4B8844A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Appendix- change column names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82ADF1-8F38-08AB-7A20-391AC1CEE7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7375" y="1754952"/>
            <a:ext cx="4972269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909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2D34-892A-C2A7-995F-18A80BD2D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Appendix- column concatenation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10556-EAE6-311F-4BDD-7F1C5CE5E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CA144E-323E-8EB7-7D2A-07C6B4A9F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105588"/>
            <a:ext cx="8427828" cy="364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018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225</TotalTime>
  <Words>426</Words>
  <Application>Microsoft Office PowerPoint</Application>
  <PresentationFormat>Widescreen</PresentationFormat>
  <Paragraphs>45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</vt:lpstr>
      <vt:lpstr>Wolf Populations in Denali National Park in Alaska</vt:lpstr>
      <vt:lpstr>Introduction</vt:lpstr>
      <vt:lpstr>Who would value this information?</vt:lpstr>
      <vt:lpstr>Methodology</vt:lpstr>
      <vt:lpstr>Methodology: The data</vt:lpstr>
      <vt:lpstr>Result: Has there been an increase or decrease of wolf population in the park over the years?</vt:lpstr>
      <vt:lpstr>Result: Correlation between number of wolf packs monitored in the spring and fall</vt:lpstr>
      <vt:lpstr>Future Questions</vt:lpstr>
      <vt:lpstr>The Appendix</vt:lpstr>
      <vt:lpstr>Appendix- Wolf packs in the spring/fall by year</vt:lpstr>
      <vt:lpstr>Appendix: Wolf Population Distribution in spring and fall</vt:lpstr>
      <vt:lpstr>Appendix- Original data</vt:lpstr>
      <vt:lpstr>Appendix- description on website</vt:lpstr>
      <vt:lpstr>Appendix- original column names</vt:lpstr>
      <vt:lpstr>Appendix- change column names </vt:lpstr>
      <vt:lpstr>Appendix- column concatenation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Kelsea Figaro</dc:creator>
  <cp:lastModifiedBy>Kelsea Figaro</cp:lastModifiedBy>
  <cp:revision>1</cp:revision>
  <dcterms:created xsi:type="dcterms:W3CDTF">2025-12-12T15:39:57Z</dcterms:created>
  <dcterms:modified xsi:type="dcterms:W3CDTF">2025-12-14T16:46:25Z</dcterms:modified>
</cp:coreProperties>
</file>